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B91C1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  <c:pt idx="6">
                    <c:v>M7</c:v>
                  </c:pt>
                  <c:pt idx="7">
                    <c:v>M8</c:v>
                  </c:pt>
                  <c:pt idx="8">
                    <c:v>M9</c:v>
                  </c:pt>
                  <c:pt idx="9">
                    <c:v>M10</c:v>
                  </c:pt>
                  <c:pt idx="10">
                    <c:v>M11</c:v>
                  </c:pt>
                  <c:pt idx="11">
                    <c:v>M12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42</c:v>
                </c:pt>
                <c:pt idx="1">
                  <c:v>368</c:v>
                </c:pt>
                <c:pt idx="2">
                  <c:v>654</c:v>
                </c:pt>
                <c:pt idx="3">
                  <c:v>990</c:v>
                </c:pt>
                <c:pt idx="4">
                  <c:v>1378</c:v>
                </c:pt>
                <c:pt idx="5">
                  <c:v>1766</c:v>
                </c:pt>
                <c:pt idx="6">
                  <c:v>2264</c:v>
                </c:pt>
                <c:pt idx="7">
                  <c:v>2662</c:v>
                </c:pt>
                <c:pt idx="8">
                  <c:v>3070</c:v>
                </c:pt>
                <c:pt idx="9">
                  <c:v>3638</c:v>
                </c:pt>
                <c:pt idx="10">
                  <c:v>4066</c:v>
                </c:pt>
                <c:pt idx="11">
                  <c:v>4694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B91C1C"/>
                </a:solidFill>
              </a:rPr>
              <a:t>Sabong</a:t>
            </a:r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Market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#1 Online Marketplace for Gamefowl in the Philippines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₱50B+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3840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Gamefowl Market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74720" y="32918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474720" y="3840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Digitized Today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0" y="32918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217920" y="3840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Opportunity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4572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PITCH DECK  |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457200" cy="45720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71600" y="12344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Market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5544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Gamefowl trading happens on Facebook groups, Viber chats, and word-of-mouth. No central platform.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194560"/>
            <a:ext cx="457200" cy="45720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21488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24688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can't verify sellers. No ratings, no escrow, no accountability. Scams are common.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108960"/>
            <a:ext cx="457200" cy="45720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30632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Discovery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33832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specific breeds, bloodlines, and age groups requires hours of scrolling through social media posts.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4023360"/>
            <a:ext cx="457200" cy="45720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39776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Video Showcase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42976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want to see birds move — their fighting style, health, aggression. Photos aren't enough.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128016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54864" cy="128016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Marketplace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8745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sellers, escrow payments, buyer protection, ratings &amp; reviews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926080"/>
            <a:ext cx="3657600" cy="128016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926080"/>
            <a:ext cx="54864" cy="12801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063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Discovery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34290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breed, bloodline, age, weight, location, price — find the perfect bird in seconds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371600"/>
            <a:ext cx="3657600" cy="128016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3" name="Shape 11"/>
          <p:cNvSpPr/>
          <p:nvPr/>
        </p:nvSpPr>
        <p:spPr>
          <a:xfrm>
            <a:off x="4754880" y="1371600"/>
            <a:ext cx="54864" cy="12801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TikTok-Style Video Feed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0" y="18745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 showcase birds in action. Buyers swipe through video feeds to discover gamefowl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926080"/>
            <a:ext cx="3657600" cy="128016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7" name="Shape 15"/>
          <p:cNvSpPr/>
          <p:nvPr/>
        </p:nvSpPr>
        <p:spPr>
          <a:xfrm>
            <a:off x="4754880" y="2926080"/>
            <a:ext cx="54864" cy="12801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3063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Messaging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29200" y="34290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chat between buyers and sellers with offer negotiation built in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Model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diversified revenue streams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9202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63040"/>
            <a:ext cx="1920240" cy="54864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7373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22860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Fee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6517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on every transaction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3383280"/>
            <a:ext cx="137160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35204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₱750/sale avg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0" y="1463040"/>
            <a:ext cx="19202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0" y="1463040"/>
            <a:ext cx="1920240" cy="54864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3" name="Text 11"/>
          <p:cNvSpPr/>
          <p:nvPr/>
        </p:nvSpPr>
        <p:spPr>
          <a:xfrm>
            <a:off x="2560320" y="17373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697480" y="22860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Markup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697480" y="26517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Markup on shipping fees paid by buyers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834640" y="3383280"/>
            <a:ext cx="137160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7" name="Text 15"/>
          <p:cNvSpPr/>
          <p:nvPr/>
        </p:nvSpPr>
        <p:spPr>
          <a:xfrm>
            <a:off x="2697480" y="35204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₱120/order avg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1463040"/>
            <a:ext cx="19202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1463040"/>
            <a:ext cx="1920240" cy="54864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0" name="Text 18"/>
          <p:cNvSpPr/>
          <p:nvPr/>
        </p:nvSpPr>
        <p:spPr>
          <a:xfrm>
            <a:off x="4663440" y="17373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₱299-999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800600" y="22860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Plans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00600" y="26517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seller subscriptions (Breeder &amp; Pro)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37760" y="3383280"/>
            <a:ext cx="137160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4" name="Text 22"/>
          <p:cNvSpPr/>
          <p:nvPr/>
        </p:nvSpPr>
        <p:spPr>
          <a:xfrm>
            <a:off x="4800600" y="35204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MRR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766560" y="1463040"/>
            <a:ext cx="19202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766560" y="1463040"/>
            <a:ext cx="1920240" cy="54864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7" name="Text 25"/>
          <p:cNvSpPr/>
          <p:nvPr/>
        </p:nvSpPr>
        <p:spPr>
          <a:xfrm>
            <a:off x="6766560" y="17373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₱49-199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903720" y="22860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Boosts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903720" y="26517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Promoted videos in the TikTok-style feed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040880" y="3383280"/>
            <a:ext cx="137160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1" name="Text 29"/>
          <p:cNvSpPr/>
          <p:nvPr/>
        </p:nvSpPr>
        <p:spPr>
          <a:xfrm>
            <a:off x="6903720" y="35204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boost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2468880" cy="219456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08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₱50B+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gamefowl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 PH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66160" y="1371600"/>
            <a:ext cx="2468880" cy="219456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9" name="Text 7"/>
          <p:cNvSpPr/>
          <p:nvPr/>
        </p:nvSpPr>
        <p:spPr>
          <a:xfrm>
            <a:off x="3566160" y="1508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66160" y="19202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₱5B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566160" y="2651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Addressable online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segment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0" y="1371600"/>
            <a:ext cx="2468880" cy="219456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1508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0" y="19202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₱500M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400800" y="2651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Capturable 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3 years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39319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Philippines has 30M+ gamefowl enthusiasts. Cockfighting is deeply cultural with over 2,500 registered cockpits nationwide.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Projections — Year 1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914400"/>
          <a:ext cx="50292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943600" y="1005840"/>
            <a:ext cx="283464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080760" y="10515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₱25.6M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080760" y="13533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Revenue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943600" y="1783080"/>
            <a:ext cx="283464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080760" y="18288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₱21.8M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080760" y="21305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Net Profit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943600" y="2560320"/>
            <a:ext cx="283464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080760" y="2606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080760" y="29077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943600" y="3337560"/>
            <a:ext cx="283464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080760" y="33832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080760" y="36850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3152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in ₱000s  |  Includes platform fees, delivery markup, seller plans &amp; video boosts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P&amp;L Breakdown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914400"/>
        </p:xfrm>
        <a:graphic>
          <a:graphicData uri="http://schemas.openxmlformats.org/drawingml/2006/table">
            <a:tbl>
              <a:tblPr/>
              <a:tblGrid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Cost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Cost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Profit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₱42K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₱179K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₱1K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₱50K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₱230K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-₱188K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₱368K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₱179K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₱5K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₱80K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₱264K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₱104K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₱654K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₱179K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₱8K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₱60K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₱247K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₱407K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₱990K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₱179K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₱10K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₱50K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₱239K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₱751K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₱1.38M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₱179K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₱12K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₱50K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₱241K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₱1.14M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₱1.77M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₱179K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₱15K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₱50K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₱244K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₱1.52M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₱2.26M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₱310K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₱18K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₱60K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₱388K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₱1.88M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8-12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40-55K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₱3-4.7M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₱310K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₱20-30K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₱50-60K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₱385-390K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₱2.6-4.3M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5" name="Text 2"/>
          <p:cNvSpPr/>
          <p:nvPr/>
        </p:nvSpPr>
        <p:spPr>
          <a:xfrm>
            <a:off x="731520" y="41605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TOTAL: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560320" y="41605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₱25.6M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0" y="41605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₱3.8M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0" y="41605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 ₱21.8M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Operating Costs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TEAM (Month 1-6)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Developer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017520" y="15544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74720" y="15544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₱60,000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965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Designer (PT)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17520" y="1965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0" y="19659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₱25,000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377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17520" y="2377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74720" y="23774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₱54,000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2788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Manager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017520" y="27889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74720" y="27889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₱25,000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3200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Moderator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017520" y="32004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74720" y="32004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₱15,000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3611880"/>
            <a:ext cx="3840480" cy="9144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703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₱179,000/mo  |  7 people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TEAM (Month 7+)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0" y="1554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Developers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15200" y="15544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772400" y="15544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₱120,000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0" y="1965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Designer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315200" y="1965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0" y="19659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₱35,000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29200" y="2377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315200" y="2377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772400" y="23774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₱60,000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29200" y="2788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Manager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315200" y="27889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772400" y="27889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₱35,000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29200" y="3200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Moderators + Ops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315200" y="32004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772400" y="32004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₱60,000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029200" y="3611880"/>
            <a:ext cx="3840480" cy="9144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39" name="Text 37"/>
          <p:cNvSpPr/>
          <p:nvPr/>
        </p:nvSpPr>
        <p:spPr>
          <a:xfrm>
            <a:off x="5029200" y="3703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₱310,000/mo  |  10 people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57200" y="4206240"/>
            <a:ext cx="8229600" cy="6858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41" name="Text 39"/>
          <p:cNvSpPr/>
          <p:nvPr/>
        </p:nvSpPr>
        <p:spPr>
          <a:xfrm>
            <a:off x="731520" y="4206240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CAPITAL NEEDED:  ₱300,000 (~$5,200 USD)  |  Break-even by Month 2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— Built &amp; Ready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194560" y="1280160"/>
            <a:ext cx="731520" cy="2286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" name="Text 3"/>
          <p:cNvSpPr/>
          <p:nvPr/>
        </p:nvSpPr>
        <p:spPr>
          <a:xfrm>
            <a:off x="2194560" y="12801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by breed, category, location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search &amp; filters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detail with full specs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profiles &amp; ratings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18872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0" y="1280160"/>
            <a:ext cx="731520" cy="2286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2801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474720" y="1280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Security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74720" y="16459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Phone-based registration (PH)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 auth with refresh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protection middleware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18872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863840" y="1280160"/>
            <a:ext cx="731520" cy="2286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0" y="12801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309360" y="1280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&amp; Payments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09360" y="16459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order lifecycle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platform fee + delivery markup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 status tracking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PayMongo integration (pending)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01752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194560" y="3108960"/>
            <a:ext cx="731520" cy="2286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0" name="Text 18"/>
          <p:cNvSpPr/>
          <p:nvPr/>
        </p:nvSpPr>
        <p:spPr>
          <a:xfrm>
            <a:off x="2194560" y="3108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4008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Video Feed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34747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swipe video feed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video upload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Like, share, comment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+ community tabs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91840" y="301752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29200" y="3108960"/>
            <a:ext cx="731520" cy="2286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0" y="3108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47472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474720" y="34747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conversations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negotiation in chat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Unread count badges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Auto-polling for new messages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26480" y="301752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863840" y="3108960"/>
            <a:ext cx="731520" cy="2286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0" name="Text 28"/>
          <p:cNvSpPr/>
          <p:nvPr/>
        </p:nvSpPr>
        <p:spPr>
          <a:xfrm>
            <a:off x="7863840" y="3108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30936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309360" y="34747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stats (listings, orders)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management tools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center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&amp; settings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₱300,000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Investment  |  ~$5,200 USD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salaries (Month 1)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0" y="3200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₱179,000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launch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74720" y="3520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₱50,000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840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business registration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74720" y="3840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₱15,000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4160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&amp; contingency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74720" y="4160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₱56,000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0" y="2743200"/>
            <a:ext cx="3200400" cy="20116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0" y="28803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RETURN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69280" y="32004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72x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5669280" y="37947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ROI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69280" y="41148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₱300K invest → ₱21.8M profit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B91C1C"/>
                </a:solidFill>
              </a:rPr>
              <a:t>Sabong</a:t>
            </a:r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Market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gamefowl trading in the Philippines.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4114800"/>
            <a:ext cx="7680960" cy="9144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297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us to discuss this opportunity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SabongMarket - Investor Pitch Deck</dc:title>
  <dc:subject>PptxGenJS Presentation</dc:subject>
  <dc:creator>SabongMarket</dc:creator>
  <cp:lastModifiedBy>SabongMarket</cp:lastModifiedBy>
  <cp:revision>1</cp:revision>
  <dcterms:created xsi:type="dcterms:W3CDTF">2026-04-15T07:05:22Z</dcterms:created>
  <dcterms:modified xsi:type="dcterms:W3CDTF">2026-04-15T07:05:22Z</dcterms:modified>
</cp:coreProperties>
</file>
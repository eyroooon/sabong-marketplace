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91C1C"/>
                </a:solidFill>
              </a:rPr>
              <a:t>Sabong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Market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Online Marketplace for Gamefowl in the Philippines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Sell, and Discover Gamefowl — All in One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8288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buying &amp; selling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3383280"/>
            <a:ext cx="18288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TikTok-style discovery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3383280"/>
            <a:ext cx="18288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seller chat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3383280"/>
            <a:ext cx="18288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shipping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SabongMarket?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online marketplace purpose-built for the Philippine gamefowl industry — combining e-commerce, social video, and real-time messaging in one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breed, bloodline, age, weight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all provinces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video showcases before buying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 with escrow protection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orders from purchase to delivery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82880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Sellers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detailed listings with specs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 showcases to reach buyers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 and shipping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reputation with ratings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with premium seller plans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28800"/>
            <a:ext cx="2697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Community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training tips and farm tours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new breeds and bloodlines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breeders nationwide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and engage with video content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network in the industry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Journey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discovery to delivery in 5 simple steps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marketplace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through video feed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gamefowl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03120" y="1463040"/>
            <a:ext cx="15544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691640"/>
            <a:ext cx="548640" cy="5486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9456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880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detailed specs: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breed, bloodline, age,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fighting style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40480" y="1463040"/>
            <a:ext cx="15544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400" y="16916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3192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31920" y="2880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the seller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directly, negotiate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terms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77840" y="1463040"/>
            <a:ext cx="15544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0760" y="16916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2880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payment method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315200" y="1463040"/>
            <a:ext cx="15544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7818120" y="16916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7818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06640" y="2880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shipment,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review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registration to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155448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number, set 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seller profile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farm details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3716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371600"/>
            <a:ext cx="155448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20574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gamefowl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details: breed,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bloodline, age, weight,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and location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3716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371600"/>
            <a:ext cx="155448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20574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3192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videos to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TikTok-style feed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thousands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buyers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13716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1371600"/>
            <a:ext cx="155448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0574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6928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sales, arrange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get paid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GCash or Maya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137160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1371600"/>
            <a:ext cx="155448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18120" y="20574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78181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0664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0664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reputation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upgrade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Breeder or Pro 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visibility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Feature: Marketplace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Filters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breed, category, price range, province. Sort by newest, price, or popularity.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4864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Listing Pages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shows breed, bloodline, age, weight, color, fighting style, vaccination status, and lineage.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54864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sellers with farm permits, ratings, response rates, and sales history.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54864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Rooster, Hen, Stag, Pullet, Pair, Brood — 21 breeds and 50+ bloodlines catalogued.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54864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&amp; Watchlist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listings to favorites. Get notified when prices change.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005840"/>
            <a:ext cx="3017520" cy="3840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VIEW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1188720"/>
            <a:ext cx="128016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1188720"/>
            <a:ext cx="1280160" cy="914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₱15,000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Kelso Stag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788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Kelso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1188720"/>
            <a:ext cx="128016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1188720"/>
            <a:ext cx="1280160" cy="914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₱25,000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 Rooster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Feature: TikTok-Style Video Feed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194560" cy="3657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2011680" cy="3474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417320"/>
            <a:ext cx="73152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28800" y="1417320"/>
            <a:ext cx="914400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201168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274320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20040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365760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@kelso_breeder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Kelso stag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5303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1188720"/>
            <a:ext cx="54864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2344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Feed Tabs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1481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You" shows all community and marketplace content. "Marketplace" filters to listing-linked videos only.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1938528"/>
            <a:ext cx="5303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1938528"/>
            <a:ext cx="54864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19842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Video Upload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0" y="2231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record and upload videos directly from their phone. MP4, WebM, MOV supported up to 100MB.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2688336"/>
            <a:ext cx="5303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2688336"/>
            <a:ext cx="5486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73405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Discover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49040" y="2980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vertical scroll with auto-play. CSS scroll-snap for native TikTok feel.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3438144"/>
            <a:ext cx="5303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0" y="3438144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34838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&amp; Engage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730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Double-tap to like with heart animation. View counts, like counts, and comments per video.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0" y="4187952"/>
            <a:ext cx="5303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0" y="4187952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3749040" y="423367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Integration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49040" y="4480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videos link directly to the listing. Tap the product pill to view details and buy.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Features: Orders &amp; Messaging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74520"/>
            <a:ext cx="36576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755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submits 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" y="2377440"/>
            <a:ext cx="36576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58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GCash, Maya, Bank, Cash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" y="2880360"/>
            <a:ext cx="36576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61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accepts order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" y="3383280"/>
            <a:ext cx="36576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64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number added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" y="3886200"/>
            <a:ext cx="36576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7673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confirms receipt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1148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2702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released to seller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365760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389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Price + Shipping + 5% Platform Fee + Delivery Markup = Total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1554480"/>
            <a:ext cx="3657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1581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17556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any seller directly from a listing page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2057400"/>
            <a:ext cx="3657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084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Negotiation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2585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price offers within the chat — accept or counter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2560320"/>
            <a:ext cx="3657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2587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Auto-Polling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27614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messages appear every 5 seconds without refresh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0" y="3063240"/>
            <a:ext cx="3657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3090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Badges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2644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badges on conversations with new messages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3566160"/>
            <a:ext cx="3657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3593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Context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3767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is linked to a specific listing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0" y="4069080"/>
            <a:ext cx="3657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0" y="4096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4270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notified on new messages, orders, and status changes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scalable, production-ready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(React 19)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371600"/>
            <a:ext cx="20116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0116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(Node.js)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20116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Migrations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371600"/>
            <a:ext cx="20116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011680"/>
            <a:ext cx="1645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Render (API)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(Storage)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/ Supabase (DB)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Monorepo  |  Turbo Build System  |  Shared TypeScript Package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13716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1965960" cy="3017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2057400"/>
            <a:ext cx="59436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2057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(phone)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(browse, search, filters)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system with escrow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video feed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profiles &amp; ratings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stats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1920240"/>
            <a:ext cx="1965960" cy="3017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1920240"/>
            <a:ext cx="1965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057400"/>
            <a:ext cx="594360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057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9748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26060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PayMongo payment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(Cloudflare R2)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SMS/OTP verification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Meilisearch full-text search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 panel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document verification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13716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920240"/>
            <a:ext cx="1965960" cy="3017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920240"/>
            <a:ext cx="1965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057400"/>
            <a:ext cx="59436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2057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4632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6060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mobile app (iOS + Android)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streaming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system (timed bidding)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Breeder certification program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breed identification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0" y="13716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1920240"/>
            <a:ext cx="1965960" cy="3017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6903720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2057400"/>
            <a:ext cx="59436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2057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99516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260604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expansion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record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network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partnerships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bird viewer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third-party apps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marketplace model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 to SabongMarket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640080" cy="274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app built with Expo (React Native). Full feature parity with web. Push notifications and offline support.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08760"/>
            <a:ext cx="640080" cy="2743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timed bidding for premium gamefowl. Countdown timer, auto-bid, bid history, and winner notification.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508760"/>
            <a:ext cx="64008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can go live to showcase birds in real-time. Buyers watch, comment, and purchase during the stream.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37560"/>
            <a:ext cx="64008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703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Breed 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4023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and our AI identifies the breed, estimates age, and suggests market value based on specs.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2004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337560"/>
            <a:ext cx="6400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0" y="3703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Breeder Records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74720" y="4023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pedigree tracking. Record breeding pairs, hatch dates, lineage trees, and win/loss records.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337560"/>
            <a:ext cx="6400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3703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4023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livestock insurers. Buyers can add shipping insurance to protect high-value purchases.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SabongMarket Wins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SabongMarket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Viber/Messenger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Classifieds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Gamefowl-specific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showcase feed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Breed/bloodline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Nationwide shipping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Coming 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91C1C"/>
                </a:solidFill>
              </a:rPr>
              <a:t>Sabong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Market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gamefowl trading in the Philippines.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68880" cy="10972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live and functional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2926080"/>
            <a:ext cx="2468880" cy="10972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tech stack, cloud-ready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926080"/>
            <a:ext cx="2468880" cy="10972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in this niche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7680960" cy="91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Let's build the future of gamefowl together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SabongMarket - Product Presentation</dc:title>
  <dc:subject>PptxGenJS Presentation</dc:subject>
  <dc:creator>SabongMarket</dc:creator>
  <cp:lastModifiedBy>SabongMarket</cp:lastModifiedBy>
  <cp:revision>1</cp:revision>
  <dcterms:created xsi:type="dcterms:W3CDTF">2026-04-15T07:16:48Z</dcterms:created>
  <dcterms:modified xsi:type="dcterms:W3CDTF">2026-04-15T07:16:48Z</dcterms:modified>
</cp:coreProperties>
</file>